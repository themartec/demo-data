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Cascadia Cloud Systems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Hiring Forecast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Senior Backend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Platform Engineering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Austin,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Designs and builds services powering the order-fulfilment platform, focusing on reliability and horizontal scale.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Site Reliability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Platform Engineering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Remote,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Owns production reliability for core platform services, including on-call rotation, incident response, and capacity planning.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Frontend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Product Engineering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Remote, EU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Builds customer-facing dashboard features in React/TypeScript, working closely with product design.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Data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Data Platform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Seattle,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Builds and maintains ETL pipelines feeding the analytics warehouse used by the customer success team.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Machine Learning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Applied ML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Austin,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Develops and productionises ranking models for the recommendation service.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DevOps Engineer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Platform Engineering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Remote,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Maintains CI/CD pipelines and Kubernetes infrastructure across staging and production environments.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2026-09-30T06:48:15Z</dcterms:created>
  <dcterms:modified xsi:type="dcterms:W3CDTF">2026-09-30T06:48:15Z</dcterms:modified>
</cp:coreProperties>
</file>