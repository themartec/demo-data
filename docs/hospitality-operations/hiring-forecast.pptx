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Northbridge Hotels &amp; Resorts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Hiring Forecast</a:t>
            </a:r>
            <a:endParaRPr lang="en-US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Front Office Manager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Guest Services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Orlando,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Leads the front desk and guest services team, owning check-in/out standards, upselling, and guest complaint resolution.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Food &amp; Beverage Supervisor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Food &amp; Beverage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Miami,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Supervises restaurant and bar service across breakfast, lunch and dinner shifts, managing rostering and stock control.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Housekeeping Team Leader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Housekeeping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Las Vegas,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Leads a team of room attendants, ensuring room turnaround times and cleanliness standards are met across the property.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Events &amp; Conference Coordinator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Events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Orlando,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Plans and delivers on-site conferences and weddings, liaising with clients and coordinating catering and AV setup.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Guest Experience Agent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Guest Services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Chicago,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First point of contact for guest requests via phone, app and in-person, resolving issues and coordinating with other departments.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Revenue Management Analyst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Department: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Revenue Management
</a:t>
            </a:r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</a:rPr>
              <a:t>Region: 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Remote, US
</a:t>
            </a:r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Sets nightly room pricing and forecasts occupancy across the property portfolio using historical booking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2026-09-30T06:48:15Z</dcterms:created>
  <dcterms:modified xsi:type="dcterms:W3CDTF">2026-09-30T06:48:15Z</dcterms:modified>
</cp:coreProperties>
</file>