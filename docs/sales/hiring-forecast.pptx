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Fenwick Retail Group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Hiring Forecast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Regional Sales Manager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Commercial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North West,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Owns commercial performance across a cluster of stores, coaching store-level sales teams and running weekly trading reviews.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Key Account Executive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Commercial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London,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Manages supplier and wholesale account relationships, negotiating annual trading terms and promotional calendars.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Store Sales Associate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Retail Operations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Manchester,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Front-of-store customer service and till operations, with a focus on basket-building and loyalty sign-ups.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Trade Marketing Executive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Marketing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Leeds,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Builds in-store promotional campaigns and point-of-sale materials in partnership with category buyers.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E-commerce Sales Analyst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E-commerce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Remote,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Analyses online basket and conversion data to recommend pricing and merchandising changes for the online store.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Wholesale Sales Coordinator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Department: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Commercial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Region: 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Birmingham, UK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Coordinates order processing and delivery scheduling for bulk and wholesale customer accounts.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2026-09-30T06:48:15Z</dcterms:created>
  <dcterms:modified xsi:type="dcterms:W3CDTF">2026-09-30T06:48:15Z</dcterms:modified>
</cp:coreProperties>
</file>